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7: earnings of urban Balochistan, PSLM 2019-20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06040" cy="14630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08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earners aged 15-64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371600"/>
            <a:ext cx="2606040" cy="14630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508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250,000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606040" cy="146304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08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 / 10th percentile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FA24-BED-015: 15 = 1 x 8 + 7, so variant 7 (Balochistan, urban)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Earners: age 15-64 with annual earnings above zero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statistic weighted by household weight (hhweight)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makeover: from R defaults to a figure that answers a question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5555"/>
                </a:solidFill>
              </a:rPr>
              <a:t>Default</a:t>
            </a:r>
            <a:endParaRPr lang="en-US" sz="1400" dirty="0"/>
          </a:p>
        </p:txBody>
      </p:sp>
      <p:pic>
        <p:nvPicPr>
          <p:cNvPr id="4" name="Image 0" descr="Default R scatterplot of earnings against 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71600"/>
            <a:ext cx="3108960" cy="3108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84048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Redesign</a:t>
            </a:r>
            <a:endParaRPr lang="en-US" sz="1400" dirty="0"/>
          </a:p>
        </p:txBody>
      </p:sp>
      <p:pic>
        <p:nvPicPr>
          <p:cNvPr id="6" name="Image 1" descr="Redesigned scatterplot with log axis and age-band mean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0480" y="1371600"/>
            <a:ext cx="4937760" cy="3017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axis, transparency + jitter, weighted band means, direct annotation, finding as title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earners make under Rs 250,000; the top tenth over Rs 540,000</a:t>
            </a:r>
            <a:endParaRPr lang="en-US" sz="2200" dirty="0"/>
          </a:p>
        </p:txBody>
      </p:sp>
      <p:pic>
        <p:nvPicPr>
          <p:cNvPr id="3" name="Image 0" descr="Weighted histogram of annual earnings on a log sca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097280"/>
            <a:ext cx="5577840" cy="34107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217920" y="146304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 Rs 250,000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median Rs 264,000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percentile Rs 96,000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 percentile Rs 540,000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finding: earnings roughly triple from the teens to the late 20s, then flatten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06040" cy="12801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Rs 113,000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weighted mean, ages 15-19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463040"/>
            <a:ext cx="2606040" cy="12801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554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Rs 308,000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194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weighted mean, ages 25-29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606040" cy="1280160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54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Rs 317,000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194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weighted mean, ages 40-44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band mean (60-64, Rs 476,422) rests on only 16 workers: a thin band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cross-section: it cannot show whether an individual's earnings rise with age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Assignment 1 - FA24-BED-015</dc:title>
  <dc:subject>PptxGenJS Presentation</dc:subject>
  <dc:creator>PptxGenJS</dc:creator>
  <cp:lastModifiedBy>PptxGenJS</cp:lastModifiedBy>
  <cp:revision>1</cp:revision>
  <dcterms:created xsi:type="dcterms:W3CDTF">2026-10-25T21:37:47Z</dcterms:created>
  <dcterms:modified xsi:type="dcterms:W3CDTF">2026-10-25T21:37:47Z</dcterms:modified>
</cp:coreProperties>
</file>